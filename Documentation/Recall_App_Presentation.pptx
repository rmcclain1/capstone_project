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- High-Level Goal: Address the lack of an automated solution for tracking food recalls and expiration dates.</a:t>
            </a:r>
          </a:p>
          <a:p>
            <a:r>
              <a:rPr sz="2400" dirty="0"/>
              <a:t>- Current Solutions' Shortcomings:</a:t>
            </a:r>
          </a:p>
          <a:p>
            <a:r>
              <a:rPr sz="2400" dirty="0"/>
              <a:t>  • Manual inventory tracking is tedious.</a:t>
            </a:r>
          </a:p>
          <a:p>
            <a:r>
              <a:rPr sz="2400" dirty="0"/>
              <a:t>  • No widely available consumer app cross-references pantry items with FDA recall databases.</a:t>
            </a:r>
          </a:p>
          <a:p>
            <a:r>
              <a:rPr sz="2400" dirty="0"/>
              <a:t>  • Up to 40% of food in the U.S. is wasted due to poor tracking.</a:t>
            </a:r>
          </a:p>
          <a:p>
            <a:r>
              <a:rPr sz="2400" dirty="0"/>
              <a:t>  • Consumers are often exposed to foodborne illnesses due to delayed recall awareness.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 &amp; Scope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Primary Target Users:</a:t>
            </a:r>
          </a:p>
          <a:p>
            <a:r>
              <a:rPr sz="2400" dirty="0"/>
              <a:t>  • Households managing personal food inventories.</a:t>
            </a:r>
          </a:p>
          <a:p>
            <a:r>
              <a:rPr sz="2400" dirty="0"/>
              <a:t>  • Community kitchens &amp; food banks handling large donated food supplies.</a:t>
            </a:r>
            <a:r>
              <a:rPr lang="en-US" sz="2400" dirty="0"/>
              <a:t> **</a:t>
            </a:r>
            <a:endParaRPr sz="2400" dirty="0"/>
          </a:p>
          <a:p>
            <a:r>
              <a:rPr sz="2400" dirty="0"/>
              <a:t>  • Small grocery stores needing quick recall identification.</a:t>
            </a:r>
          </a:p>
          <a:p>
            <a:r>
              <a:rPr sz="2400" dirty="0"/>
              <a:t>- Impact on Scope:</a:t>
            </a:r>
          </a:p>
          <a:p>
            <a:r>
              <a:rPr sz="2400" dirty="0"/>
              <a:t>  • Household users require an intuitive, automated interface.</a:t>
            </a:r>
          </a:p>
          <a:p>
            <a:r>
              <a:rPr sz="2400" dirty="0"/>
              <a:t>  • Organizations need batch scanning and reporting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Type &amp;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Type of System:</a:t>
            </a:r>
          </a:p>
          <a:p>
            <a:r>
              <a:rPr sz="2400" dirty="0"/>
              <a:t>  • Mobile application (iOS &amp; Android) with barcode scanning and recall alerts.</a:t>
            </a:r>
          </a:p>
          <a:p>
            <a:r>
              <a:rPr sz="2400" dirty="0"/>
              <a:t>  • Future expansion: Web dashboard for organization-level management.</a:t>
            </a:r>
          </a:p>
          <a:p>
            <a:r>
              <a:rPr sz="2400" dirty="0"/>
              <a:t>- Technology Stack:</a:t>
            </a:r>
          </a:p>
          <a:p>
            <a:r>
              <a:rPr sz="2400" dirty="0"/>
              <a:t>  • Mobile: Flutter or React Native for cross-platform support.</a:t>
            </a:r>
          </a:p>
          <a:p>
            <a:r>
              <a:rPr sz="2400" dirty="0"/>
              <a:t>  • Backend: Node.js with Firebase for real-time data storage.</a:t>
            </a:r>
          </a:p>
          <a:p>
            <a:r>
              <a:rPr sz="2400" dirty="0"/>
              <a:t>  • FDA Recall API for recall information.</a:t>
            </a:r>
          </a:p>
          <a:p>
            <a:r>
              <a:rPr sz="2400" dirty="0"/>
              <a:t>  • Barcode scanning with </a:t>
            </a:r>
            <a:r>
              <a:rPr sz="2400" dirty="0" err="1"/>
              <a:t>ZXing</a:t>
            </a:r>
            <a:r>
              <a:rPr sz="2400" dirty="0"/>
              <a:t> or Google ML Kit.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(MVP)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Minimum Viable Product (MVP) Features:</a:t>
            </a:r>
          </a:p>
          <a:p>
            <a:r>
              <a:rPr sz="2400" dirty="0"/>
              <a:t>  1. Product scanning &amp; manual entry.</a:t>
            </a:r>
          </a:p>
          <a:p>
            <a:r>
              <a:rPr sz="2400" dirty="0"/>
              <a:t>  2. FDA recall cross-referencing.</a:t>
            </a:r>
          </a:p>
          <a:p>
            <a:r>
              <a:rPr sz="2400" dirty="0"/>
              <a:t>  3. Push notifications for recalls &amp; expiration alerts.</a:t>
            </a:r>
          </a:p>
          <a:p>
            <a:r>
              <a:rPr sz="2400" dirty="0"/>
              <a:t>  4. Basic analytics &amp; waste reduction tracking.</a:t>
            </a:r>
          </a:p>
          <a:p>
            <a:r>
              <a:rPr sz="2400" dirty="0"/>
              <a:t>- Future Enhancements:</a:t>
            </a:r>
          </a:p>
          <a:p>
            <a:r>
              <a:rPr sz="2400" dirty="0"/>
              <a:t>  1. Batch scanning for organizations.</a:t>
            </a:r>
          </a:p>
          <a:p>
            <a:r>
              <a:rPr sz="2400" dirty="0"/>
              <a:t>  2. Donation coordination with food banks.</a:t>
            </a:r>
            <a:r>
              <a:rPr lang="en-US" sz="2400" dirty="0"/>
              <a:t>**</a:t>
            </a:r>
            <a:endParaRPr sz="2400" dirty="0"/>
          </a:p>
          <a:p>
            <a:r>
              <a:rPr sz="2400" dirty="0"/>
              <a:t>  3. AI-powered meal planning suggestions.</a:t>
            </a:r>
          </a:p>
          <a:p>
            <a:r>
              <a:rPr sz="2400" dirty="0"/>
              <a:t>  4. Smart fridge integration.</a:t>
            </a:r>
            <a:r>
              <a:rPr lang="en-US" sz="2400" dirty="0"/>
              <a:t>**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Backend Developer: Node.js, Firebase, recall API integration.</a:t>
            </a:r>
          </a:p>
          <a:p>
            <a:r>
              <a:t>- Frontend Developers: UI/UX, barcode scanning, notification system.</a:t>
            </a:r>
          </a:p>
          <a:p>
            <a:r>
              <a:t>- Data Scientist: AI-driven expiration prediction, analytics.</a:t>
            </a:r>
          </a:p>
          <a:p>
            <a:r>
              <a:t>- UI/UX Designer: Wireframing, usability testing, app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Anticipated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Challenge 1: Reliable recall data matching → Solution: UPC-based lookup &amp; manual confirmation.</a:t>
            </a:r>
          </a:p>
          <a:p>
            <a:r>
              <a:rPr dirty="0"/>
              <a:t>- Challenge 2: User adoption &amp; engagement → Solution: Automated reminders, gamification features.</a:t>
            </a:r>
          </a:p>
          <a:p>
            <a:r>
              <a:rPr dirty="0"/>
              <a:t>- Challenge 3: Database scalability → Solution: Indexed search and caching for efficient recall matching.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Recall App aims to revolutionize food safety and waste management by seamlessly integrating expiration tracking and FDA recall monitoring. With a clear development path and scalability for future growth, this project is poised to make a meaningful impact on consumer awareness and food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495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Problem Statement &amp; Justification</vt:lpstr>
      <vt:lpstr>Target Users &amp; Scope Impact</vt:lpstr>
      <vt:lpstr>System Type &amp; Platform</vt:lpstr>
      <vt:lpstr>Core Features (MVP) &amp; Future Enhancements</vt:lpstr>
      <vt:lpstr>Team Roles &amp; Responsibilities</vt:lpstr>
      <vt:lpstr>Anticipated Challenges &amp; Solutions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Robert McClain</dc:creator>
  <cp:keywords/>
  <dc:description>generated using python-pptx</dc:description>
  <cp:lastModifiedBy>Robert McClain</cp:lastModifiedBy>
  <cp:revision>4</cp:revision>
  <dcterms:created xsi:type="dcterms:W3CDTF">2013-01-27T09:14:16Z</dcterms:created>
  <dcterms:modified xsi:type="dcterms:W3CDTF">2025-02-26T23:43:38Z</dcterms:modified>
  <cp:category/>
</cp:coreProperties>
</file>